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58" d="100"/>
          <a:sy n="58" d="100"/>
        </p:scale>
        <p:origin x="58" y="4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5C33-441D-F908-063B-EC2E725DED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9848DC-62AA-CADB-97C5-C9DD2ADA4A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36107-87F5-CFF4-631E-D330B241F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BEA59-AC4F-44D2-B4EB-715AC373ECA8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8739A-D629-0F80-4CDD-CFAA7A6F0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39A792-2918-60B2-1578-DC0BEC8C9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7B914-424D-42B9-9659-7D3E17E5DF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1499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9FE6F-EB63-3071-85E3-E9C6B7DB0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CF17D-B4C6-C6F1-D9AB-470707006B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20C5B-02C1-C565-B9AD-D70547D66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BEA59-AC4F-44D2-B4EB-715AC373ECA8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66D8E1-E5B7-59F8-2E3C-7A79FBA09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89160-085A-AC22-55FE-ED66E8B95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7B914-424D-42B9-9659-7D3E17E5DF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5107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0FF88-818C-C153-8327-61E19E896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46054A-0D93-1CE8-69B2-CCE8E6EFDB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1A3D9-EC16-FBC7-412F-04635638A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BEA59-AC4F-44D2-B4EB-715AC373ECA8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5AF36-A703-02B0-84DD-0AF4FEB1E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482BC-CF3D-26B5-FB05-3FBF4D8A2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7B914-424D-42B9-9659-7D3E17E5DF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2770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53A39-F3C5-4883-1ECB-3CF0E0BB8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24AC5-4ECC-47DC-7ACD-68E025B0AA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B6038C-B4D6-C687-C7A7-308EF8848E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C25CD0-4328-FF14-476F-06B12D6D6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BEA59-AC4F-44D2-B4EB-715AC373ECA8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8B2A62-2516-C31B-1668-98C6EEB88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EDDBF7-34CF-ACAB-77D3-0D4E0443E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7B914-424D-42B9-9659-7D3E17E5DF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904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82B82-897C-5C73-CB8C-DB94CC9AD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184F15-905D-7764-C6B8-36557E9013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2BD315-EE92-96E7-C462-C6A2437576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960408-A1C1-6277-564A-C0BBB5439F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AAB3BA-2152-672F-A043-56E9B725EA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25DEA8-D7AF-3BEE-C40A-7C5AA0D01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BEA59-AC4F-44D2-B4EB-715AC373ECA8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31488A-C799-064C-AA7B-FB8466225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19E133-B953-349C-9F91-C438E3479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7B914-424D-42B9-9659-7D3E17E5DF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921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0F09E-1251-1994-1994-FE47127E7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950928-3BDB-2277-B133-E75F834AE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BEA59-AC4F-44D2-B4EB-715AC373ECA8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A322CE-B615-98B6-E84E-346B03CBB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81F75D-F986-CC75-CD12-F158D287C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7B914-424D-42B9-9659-7D3E17E5DF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1818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5EE3D0-F27C-5B61-BAC8-F7A3B0348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BEA59-AC4F-44D2-B4EB-715AC373ECA8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3E79D2-ED54-77EB-02F9-56B371F51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62B42A-EC34-4D97-64CF-083FF2E39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7B914-424D-42B9-9659-7D3E17E5DF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8467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A5E04-D283-6742-D16B-7830FCCDB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26186-4DFC-3AC5-D021-5EAC795E3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CB376C-3189-BCDC-6AE2-C91190444F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CC60DA-614D-ADA3-D639-0175EB69B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BEA59-AC4F-44D2-B4EB-715AC373ECA8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B02D0C-5E82-1669-DC95-F3BFC21D6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2C0524-68BA-97EC-7368-DC44F17EE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7B914-424D-42B9-9659-7D3E17E5DF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2842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5AED1-3E58-BE17-4D4D-815DA8320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2B78FD-0904-B20A-0B20-ADAC05D0C7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6F3865-62D0-801F-B3B2-686D082282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49E209-12B0-AE3E-F4B7-A43055B8F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BEA59-AC4F-44D2-B4EB-715AC373ECA8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47AC87-5AA7-E8D9-46D2-FF91AEDE9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134336-A7EA-1638-F46C-B7DC48878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7B914-424D-42B9-9659-7D3E17E5DF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305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E4E87-CBAA-E469-0242-6A913B0E5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BAEE1E-18A5-E781-A506-E4332ACF7B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EDC9D-2E81-F306-BB1C-228CED136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BEA59-AC4F-44D2-B4EB-715AC373ECA8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533FD0-ACD5-BCE6-EE1A-FE2B3D531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0905D7-FA24-92EF-23EF-96E8EA57C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7B914-424D-42B9-9659-7D3E17E5DF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4746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0551ED-1626-D4C4-E0E5-6E589348DA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D32A01-088D-4112-BABD-FB51720ED3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1479B-0754-3307-C230-A777DAFC5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BEA59-AC4F-44D2-B4EB-715AC373ECA8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D6AFDB-EC74-8C93-AF5C-9F9CC4DFD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F51780-A500-7474-434C-926093089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7B914-424D-42B9-9659-7D3E17E5DF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8136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0439F6-2C1E-3DC5-A922-AAC8B35C3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1A7627-B1E9-A145-34F6-F267E172D3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01F730-567F-2724-D952-6091063BA8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BEA59-AC4F-44D2-B4EB-715AC373ECA8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BE143-3DA2-FCD1-862F-3DD44F59EE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3FACD9-89F1-383D-1DFB-C6FCF4C249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97B914-424D-42B9-9659-7D3E17E5DF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5204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63EB0-AE3C-987F-1858-529E2796F5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6" y="940904"/>
            <a:ext cx="9041663" cy="2394315"/>
          </a:xfrm>
        </p:spPr>
        <p:txBody>
          <a:bodyPr/>
          <a:lstStyle/>
          <a:p>
            <a:pPr algn="ctr"/>
            <a:r>
              <a:rPr lang="en-US" sz="6400" dirty="0"/>
              <a:t>Agile Model </a:t>
            </a:r>
            <a:endParaRPr lang="en-IN" sz="6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D35D18-F1F3-80AE-5051-047F5EF848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44429" y="3668556"/>
            <a:ext cx="7766936" cy="1952402"/>
          </a:xfrm>
        </p:spPr>
        <p:txBody>
          <a:bodyPr>
            <a:normAutofit/>
          </a:bodyPr>
          <a:lstStyle/>
          <a:p>
            <a:pPr algn="ctr"/>
            <a:r>
              <a:rPr lang="en-US" sz="2400" dirty="0"/>
              <a:t>Krushna Avhad 2306009</a:t>
            </a:r>
          </a:p>
          <a:p>
            <a:pPr algn="ctr"/>
            <a:r>
              <a:rPr lang="en-US" sz="2400" dirty="0"/>
              <a:t>Samruddhi Sahindrakar 2306163</a:t>
            </a:r>
          </a:p>
          <a:p>
            <a:pPr algn="ctr"/>
            <a:r>
              <a:rPr lang="en-US" sz="2400" dirty="0"/>
              <a:t>Shagun Chauhan 2306169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177759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0ED4A-7622-5843-96CD-F1B6A35EA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to Agile Model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4E73517-90FE-1C01-3CC5-4D2F64FFB7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Agile is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software development approach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Focuses 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Flexibility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collaboration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 improvement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Development happens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small iterations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Working software is delivered frequently</a:t>
            </a:r>
          </a:p>
        </p:txBody>
      </p:sp>
    </p:spTree>
    <p:extLst>
      <p:ext uri="{BB962C8B-B14F-4D97-AF65-F5344CB8AC3E}">
        <p14:creationId xmlns:p14="http://schemas.microsoft.com/office/powerpoint/2010/main" val="2350632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39</Words>
  <Application>Microsoft Office PowerPoint</Application>
  <PresentationFormat>Widescreen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Agile Model </vt:lpstr>
      <vt:lpstr>Introduction to Agile Model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krushna avhad</dc:creator>
  <cp:lastModifiedBy>krushna avhad</cp:lastModifiedBy>
  <cp:revision>1</cp:revision>
  <dcterms:created xsi:type="dcterms:W3CDTF">2026-01-21T09:33:47Z</dcterms:created>
  <dcterms:modified xsi:type="dcterms:W3CDTF">2026-01-21T09:43:06Z</dcterms:modified>
</cp:coreProperties>
</file>